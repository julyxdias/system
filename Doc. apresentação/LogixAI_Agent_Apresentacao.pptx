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69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0" y="0"/>
            <a:ext cx="82296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4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LOGIX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kern="0" spc="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 LTDA.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32918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LogixAI Agent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354787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Inteligente de Automação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Gestão de Infraestrutura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inteligente para operações conectadas.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Julya Dias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56509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Computação — SENAC São Paulo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59253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1280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de TI para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Logix Brasil Ltda.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2331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 </a:t>
            </a: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
</a:t>
            </a:r>
            <a:r>
              <a:rPr lang="en-US" sz="12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</a:t>
            </a: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Rafael S Novo Pereira
</a:t>
            </a:r>
            <a:r>
              <a:rPr lang="en-US" sz="12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</a:t>
            </a: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Marcelo Fontes — Diretor de TI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m 45">
            <a:extLst>
              <a:ext uri="{FF2B5EF4-FFF2-40B4-BE49-F238E27FC236}">
                <a16:creationId xmlns:a16="http://schemas.microsoft.com/office/drawing/2014/main" id="{4D9AF18A-F9D7-7A60-3D1D-B9379469D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1" y="4264649"/>
            <a:ext cx="10676545" cy="147078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1316736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1164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Logix Brasil que encontramos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28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Logix Brasil Ltda.  —  Confidencial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65288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— Cenário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353312"/>
            <a:ext cx="1164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colaboradores. Crescimento acelerado. Infraestrutura que não acompanhou.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1828800"/>
            <a:ext cx="2560320" cy="1280160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828800"/>
            <a:ext cx="64008" cy="128016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965960"/>
            <a:ext cx="2322576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12064" y="2571293"/>
            <a:ext cx="2322576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 ativos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90672" y="1828800"/>
            <a:ext cx="2560320" cy="1280160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90672" y="1828800"/>
            <a:ext cx="64008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1965960"/>
            <a:ext cx="2322576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255264" y="2571293"/>
            <a:ext cx="2322576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 afetados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33872" y="1828800"/>
            <a:ext cx="2560320" cy="1280160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33872" y="1828800"/>
            <a:ext cx="64008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98464" y="1965960"/>
            <a:ext cx="2322576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998464" y="2571293"/>
            <a:ext cx="2322576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monitoramento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77072" y="1828800"/>
            <a:ext cx="2560320" cy="1280160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77072" y="1828800"/>
            <a:ext cx="64008" cy="128016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41664" y="1965960"/>
            <a:ext cx="2322576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741664" y="2571293"/>
            <a:ext cx="2322576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sem padronização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" y="3677137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em contexto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6112" y="4136633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4131259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9472" y="4133511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30037" y="4136633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41717" y="4131259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1755648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1164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Logix precisava resolver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28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Logix Brasil Ltda.  —  Confidencial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65288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— Diagnóstico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353312"/>
            <a:ext cx="1164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problemas críticos identificados no briefing da Logix Brasil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1810512"/>
            <a:ext cx="3493008" cy="1481328"/>
          </a:xfrm>
          <a:prstGeom prst="rect">
            <a:avLst/>
          </a:prstGeom>
          <a:solidFill>
            <a:srgbClr val="FDF0F0"/>
          </a:solidFill>
          <a:ln w="10160">
            <a:solidFill>
              <a:srgbClr val="F0C0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810512"/>
            <a:ext cx="349300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938528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sem padrão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2064" y="2267712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Pastas compartilhadas sem estrutura departamental. Dados do RH expostos indevidamente.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0" y="1810512"/>
            <a:ext cx="3493008" cy="1481328"/>
          </a:xfrm>
          <a:prstGeom prst="rect">
            <a:avLst/>
          </a:prstGeom>
          <a:solidFill>
            <a:srgbClr val="FDF0F0"/>
          </a:solidFill>
          <a:ln w="10160">
            <a:solidFill>
              <a:srgbClr val="F0C0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810512"/>
            <a:ext cx="349300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9392" y="1938528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controle de acesso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279392" y="2267712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grupos e permissões. Qualquer usuário acessava qualquer pasta.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82128" y="1810512"/>
            <a:ext cx="3493008" cy="1481328"/>
          </a:xfrm>
          <a:prstGeom prst="rect">
            <a:avLst/>
          </a:prstGeom>
          <a:solidFill>
            <a:srgbClr val="FDF0F0"/>
          </a:solidFill>
          <a:ln w="10160">
            <a:solidFill>
              <a:srgbClr val="F0C0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82128" y="1810512"/>
            <a:ext cx="349300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1938528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impossível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046720" y="2267712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não conseguia rastrear acessos ou identificar quem alterou documentos críticos.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3493008"/>
            <a:ext cx="3493008" cy="1481328"/>
          </a:xfrm>
          <a:prstGeom prst="rect">
            <a:avLst/>
          </a:prstGeom>
          <a:solidFill>
            <a:srgbClr val="FDF0F0"/>
          </a:solidFill>
          <a:ln w="10160">
            <a:solidFill>
              <a:srgbClr val="F0C0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493008"/>
            <a:ext cx="349300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621024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Estações sem monitoramento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12064" y="3950208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Discos cheios e atualizações ausentes eram percebidos dias depois. Sem coleta automática.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0" y="3493008"/>
            <a:ext cx="3493008" cy="1481328"/>
          </a:xfrm>
          <a:prstGeom prst="rect">
            <a:avLst/>
          </a:prstGeom>
          <a:solidFill>
            <a:srgbClr val="FDF0F0"/>
          </a:solidFill>
          <a:ln w="10160">
            <a:solidFill>
              <a:srgbClr val="F0C0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0" y="3493008"/>
            <a:ext cx="349300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9392" y="3621024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inconsistentes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279392" y="3950208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Cópias manuais e esporádicas. Nenhuma estratégia de retenção ou rotação definida.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82128" y="3493008"/>
            <a:ext cx="3493008" cy="1481328"/>
          </a:xfrm>
          <a:prstGeom prst="rect">
            <a:avLst/>
          </a:prstGeom>
          <a:solidFill>
            <a:srgbClr val="FDF0F0"/>
          </a:solidFill>
          <a:ln w="10160">
            <a:solidFill>
              <a:srgbClr val="F0C0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82128" y="3493008"/>
            <a:ext cx="349300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3621024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LGPD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8046720" y="3950208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do RH sem tratamento adequado. Empresa exposta a penalidades da lei 13.709/2018.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1755648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1164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abordagem: 12 decisões fundamentadas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28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Logix Brasil Ltda.  —  Confidencial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65288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— Metodologia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353312"/>
            <a:ext cx="1164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decisão foi tomada com análise de prós e contras, justificada pelo cenário específico da Logix Brasil — não por padrão genérico.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1847088"/>
            <a:ext cx="457200" cy="5120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84708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" y="18653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pastas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77824" y="21031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departamento + subpastas funcionais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578608"/>
            <a:ext cx="457200" cy="5120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57860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7824" y="25968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7824" y="283464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Unix + chmod/chown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310128"/>
            <a:ext cx="457200" cy="5120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31012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7824" y="33284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77824" y="356616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(interativo) + SSH (automação)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457200" cy="5120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04164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7824" y="40599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de dados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" y="429768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via OpenSSH nativo Windows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4773168"/>
            <a:ext cx="457200" cy="5120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77316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7824" y="4791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77824" y="50292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— simulado no POC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5504688"/>
            <a:ext cx="457200" cy="5120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550468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7824" y="55229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77824" y="57607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+ timestamp + retenção 7 dias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54496" y="1847088"/>
            <a:ext cx="457200" cy="5120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184708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84848" y="18653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de coleta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84848" y="21031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1 hora via Task Scheduler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54496" y="2578608"/>
            <a:ext cx="457200" cy="5120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257860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84848" y="25968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coletados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84848" y="283464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moderada — 12 métricas por estação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54496" y="3310128"/>
            <a:ext cx="457200" cy="5120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331012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84848" y="33284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falhas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84848" y="356616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3x com espera progressiva + log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54496" y="4041648"/>
            <a:ext cx="457200" cy="5120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4496" y="404164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784848" y="40599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84848" y="429768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Segregação chmod 750 no RH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54496" y="4773168"/>
            <a:ext cx="457200" cy="5120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54496" y="477316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84848" y="4791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784848" y="50292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ti_auditoria com leitura (755)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54496" y="5504688"/>
            <a:ext cx="457200" cy="5120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54496" y="550468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784848" y="55229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 futuro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784848" y="57607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instalado — base para expansão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1755648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1164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 implementada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28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Logix Brasil Ltda.  —  Confidencial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65288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— Arquitetura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1481328"/>
            <a:ext cx="2560320" cy="4206240"/>
          </a:xfrm>
          <a:prstGeom prst="rect">
            <a:avLst/>
          </a:prstGeom>
          <a:solidFill>
            <a:srgbClr val="EEF4FB"/>
          </a:solidFill>
          <a:ln w="762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4813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ESTAÇÕES WINDOWS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2064" y="1938528"/>
            <a:ext cx="2231136" cy="694944"/>
          </a:xfrm>
          <a:prstGeom prst="rect">
            <a:avLst/>
          </a:prstGeom>
          <a:solidFill>
            <a:srgbClr val="F8F9FA"/>
          </a:solidFill>
          <a:ln w="7620">
            <a:solidFill>
              <a:srgbClr val="C8D8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01168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WIN-FIN01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" y="2286000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 · agente.ps1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2064" y="2816352"/>
            <a:ext cx="2231136" cy="694944"/>
          </a:xfrm>
          <a:prstGeom prst="rect">
            <a:avLst/>
          </a:prstGeom>
          <a:solidFill>
            <a:srgbClr val="F8F9FA"/>
          </a:solidFill>
          <a:ln w="7620">
            <a:solidFill>
              <a:srgbClr val="C8D8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88950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WIN-RH01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2064" y="3163824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agente.ps1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2064" y="3694176"/>
            <a:ext cx="2231136" cy="694944"/>
          </a:xfrm>
          <a:prstGeom prst="rect">
            <a:avLst/>
          </a:prstGeom>
          <a:solidFill>
            <a:srgbClr val="F8F9FA"/>
          </a:solidFill>
          <a:ln w="7620">
            <a:solidFill>
              <a:srgbClr val="C8D8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76732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WIN-OP01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2064" y="4041648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· agente.ps1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2064" y="4572000"/>
            <a:ext cx="2231136" cy="694944"/>
          </a:xfrm>
          <a:prstGeom prst="rect">
            <a:avLst/>
          </a:prstGeom>
          <a:solidFill>
            <a:srgbClr val="F8F9FA"/>
          </a:solidFill>
          <a:ln w="7620">
            <a:solidFill>
              <a:srgbClr val="C8D8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46451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WIN-TI01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2064" y="4919472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· agente.ps1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99232" y="3401568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07792" y="32004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/ SSH</a:t>
            </a:r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22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87952" y="1481328"/>
            <a:ext cx="3657600" cy="4206240"/>
          </a:xfrm>
          <a:prstGeom prst="rect">
            <a:avLst/>
          </a:prstGeom>
          <a:solidFill>
            <a:srgbClr val="EDF7F0"/>
          </a:solidFill>
          <a:ln w="7620">
            <a:solidFill>
              <a:srgbClr val="1A6B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87952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A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CENTRAL — Ubuntu (KillerCoda)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52544" y="1938528"/>
            <a:ext cx="3328416" cy="512064"/>
          </a:xfrm>
          <a:prstGeom prst="rect">
            <a:avLst/>
          </a:prstGeom>
          <a:solidFill>
            <a:srgbClr val="F8F9FA"/>
          </a:solidFill>
          <a:ln w="7620">
            <a:solidFill>
              <a:srgbClr val="B8DF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17136" y="199339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/srv/logix/{rh,fin,ti,op}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17136" y="22128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departamental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52544" y="2578608"/>
            <a:ext cx="3328416" cy="512064"/>
          </a:xfrm>
          <a:prstGeom prst="rect">
            <a:avLst/>
          </a:prstGeom>
          <a:solidFill>
            <a:srgbClr val="F8F9FA"/>
          </a:solidFill>
          <a:ln w="7620">
            <a:solidFill>
              <a:srgbClr val="B8DF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17136" y="263347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750 / 755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17136" y="285292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Unix + LGPD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52544" y="3218688"/>
            <a:ext cx="3328416" cy="512064"/>
          </a:xfrm>
          <a:prstGeom prst="rect">
            <a:avLst/>
          </a:prstGeom>
          <a:solidFill>
            <a:srgbClr val="F8F9FA"/>
          </a:solidFill>
          <a:ln w="7620">
            <a:solidFill>
              <a:srgbClr val="B8DF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7136" y="327355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— porta 445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17136" y="349300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Windows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52544" y="3858768"/>
            <a:ext cx="3328416" cy="512064"/>
          </a:xfrm>
          <a:prstGeom prst="rect">
            <a:avLst/>
          </a:prstGeom>
          <a:solidFill>
            <a:srgbClr val="F8F9FA"/>
          </a:solidFill>
          <a:ln w="7620">
            <a:solidFill>
              <a:srgbClr val="B8DF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17136" y="391363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— portas 22,80,445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17136" y="413308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52544" y="4498848"/>
            <a:ext cx="3328416" cy="512064"/>
          </a:xfrm>
          <a:prstGeom prst="rect">
            <a:avLst/>
          </a:prstGeom>
          <a:solidFill>
            <a:srgbClr val="F8F9FA"/>
          </a:solidFill>
          <a:ln w="7620">
            <a:solidFill>
              <a:srgbClr val="B8DF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17136" y="45537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17136" y="477316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 futuro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52544" y="5138928"/>
            <a:ext cx="3328416" cy="512064"/>
          </a:xfrm>
          <a:prstGeom prst="rect">
            <a:avLst/>
          </a:prstGeom>
          <a:solidFill>
            <a:srgbClr val="F8F9FA"/>
          </a:solidFill>
          <a:ln w="7620">
            <a:solidFill>
              <a:srgbClr val="B8DF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17136" y="519379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servidor.sh + cron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17136" y="54132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+ Databricks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936992" y="3401568"/>
            <a:ext cx="914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45552" y="32004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</a:t>
            </a:r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942832" y="1481328"/>
            <a:ext cx="2871216" cy="4206240"/>
          </a:xfrm>
          <a:prstGeom prst="rect">
            <a:avLst/>
          </a:prstGeom>
          <a:solidFill>
            <a:srgbClr val="EEF4FB"/>
          </a:solidFill>
          <a:ln w="7620">
            <a:solidFill>
              <a:srgbClr val="0090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42832" y="1481328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EXTERNO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107424" y="1938528"/>
            <a:ext cx="2542032" cy="694944"/>
          </a:xfrm>
          <a:prstGeom prst="rect">
            <a:avLst/>
          </a:prstGeom>
          <a:solidFill>
            <a:srgbClr val="F8F9FA"/>
          </a:solidFill>
          <a:ln w="7620">
            <a:solidFill>
              <a:srgbClr val="B5D4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98864" y="2029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198864" y="23042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Provedor recomendado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07424" y="2816352"/>
            <a:ext cx="2542032" cy="694944"/>
          </a:xfrm>
          <a:prstGeom prst="rect">
            <a:avLst/>
          </a:prstGeom>
          <a:solidFill>
            <a:srgbClr val="F8F9FA"/>
          </a:solidFill>
          <a:ln w="7620">
            <a:solidFill>
              <a:srgbClr val="B5D4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98864" y="2907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nuvem_simulada/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198864" y="31821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local representando bucket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107424" y="3694176"/>
            <a:ext cx="2542032" cy="694944"/>
          </a:xfrm>
          <a:prstGeom prst="rect">
            <a:avLst/>
          </a:prstGeom>
          <a:solidFill>
            <a:srgbClr val="F8F9FA"/>
          </a:solidFill>
          <a:ln w="7620">
            <a:solidFill>
              <a:srgbClr val="B5D4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98864" y="37856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tar.gz + timestamp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9198864" y="40599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com retenção 7 dias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107424" y="4572000"/>
            <a:ext cx="2542032" cy="694944"/>
          </a:xfrm>
          <a:prstGeom prst="rect">
            <a:avLst/>
          </a:prstGeom>
          <a:solidFill>
            <a:srgbClr val="F8F9FA"/>
          </a:solidFill>
          <a:ln w="7620">
            <a:solidFill>
              <a:srgbClr val="B5D4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98864" y="4663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9198864" y="4937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sobre os dados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04288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NUVEM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1164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recomendamos o Azure Blob Storage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28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Logix Brasil Ltda.  —  Confidencial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65288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— Decisão de Nuvem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353312"/>
            <a:ext cx="1164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comparativa com 8 critérios técnicos pertinentes ao cenário brasileiro da Logix Brasil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196002"/>
              </p:ext>
            </p:extLst>
          </p:nvPr>
        </p:nvGraphicFramePr>
        <p:xfrm>
          <a:off x="760071" y="1989819"/>
          <a:ext cx="10607040" cy="378561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GCP 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Região no Brasil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sa-east-1 (SP)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South (Campinas)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southamerica-east1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Conformidade LGPD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Compatível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Compatível + ferramentas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Compatível parcial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 Databricks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Nativa — S3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Nativa gerenciada Azure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 — menor eco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 PowerShell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Moderada — AWS CLI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 — módulo Az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Moderada — gcloud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aprox. (Standard)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~$0,023/GB/mês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~$0,018/GB/mês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~$0,020/GB/mês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GB / 12 meses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GB permanente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Documentação em PT-BR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boa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Limitada no BR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Simulação local (POC)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documentado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1164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</a:t>
            </a:r>
            <a:r>
              <a:rPr lang="en-US" sz="2800" b="1" dirty="0" err="1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</a:t>
            </a: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executado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28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Logix Brasil Ltda.  —  Confidencial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65288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— Evidências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353312"/>
            <a:ext cx="1164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componentes foram testados no KillerCoda Ubuntu Playground.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1792224"/>
            <a:ext cx="3493008" cy="1463040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792224"/>
            <a:ext cx="3493008" cy="548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92024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diretórios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" y="2231136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-p criou /srv/logix/{rh,financeiro,ti,operacoes}/{documentos,coletas,backups}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com ls -laR — permissões visíveis no output.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0" y="1792224"/>
            <a:ext cx="3493008" cy="1463040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0" y="1792224"/>
            <a:ext cx="3493008" cy="548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9392" y="192024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e permissões Unix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79392" y="2231136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grp_rh · grp_financeiro · grp_ti · grp_auditoria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750 (RH/Financeiro) e 755 (TI) aplicados e verificados.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82128" y="1792224"/>
            <a:ext cx="3493008" cy="1463040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882128" y="1792224"/>
            <a:ext cx="3493008" cy="548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192024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UFW ativo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2231136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22 (SSH), 80 (Nginx), 139 e 445 (Samba) liberadas.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active — output verificado com ufw status verbose.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3456432"/>
            <a:ext cx="3493008" cy="1463040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456432"/>
            <a:ext cx="3493008" cy="548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584448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e Nginx rodando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" y="3895344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smbd: ready to serve connections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nginx: active (running) — página de status no ar.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0" y="3456432"/>
            <a:ext cx="3493008" cy="1463040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0" y="3456432"/>
            <a:ext cx="3493008" cy="548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9392" y="3584448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com timestamp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79392" y="3895344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backup_2026-05-26_23-55.tar.gz gerado e copiado para nuvem_simulada/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registrado em /var/log/logixai/servidor.log.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82128" y="3456432"/>
            <a:ext cx="3493008" cy="1463040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82128" y="3456432"/>
            <a:ext cx="3493008" cy="548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3584448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Databricks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46720" y="3895344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analise_coletas.py executou com 48 registros simulados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alertas detectados: CPU alta, disco crítico, erros de sistema.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153619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1164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Databricks — visão de analytics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28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Logix Brasil Ltda.  —  Confidencial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65288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— Analytics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353312"/>
            <a:ext cx="1164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solicitou Databricks. Nossa arquitetura foi desenhada para essa integração desde o início.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1828800"/>
            <a:ext cx="1920240" cy="10972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8836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" y="2231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agente.ps1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2505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na estação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1x/hora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33472" y="1828800"/>
            <a:ext cx="1920240" cy="10972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18836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33472" y="2231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SCP/SSH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33472" y="2505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9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criptografado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19472" y="1828800"/>
            <a:ext cx="1920240" cy="10972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8836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19472" y="2231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servidor.sh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2505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05472" y="1828800"/>
            <a:ext cx="1920240" cy="1097280"/>
          </a:xfrm>
          <a:prstGeom prst="rect">
            <a:avLst/>
          </a:prstGeom>
          <a:solidFill>
            <a:srgbClr val="1A6BAA"/>
          </a:solidFill>
          <a:ln w="12700">
            <a:solidFill>
              <a:srgbClr val="1A6B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18836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05472" y="2231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05472" y="2505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nuvem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44000" y="3218688"/>
            <a:ext cx="329184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91472" y="1828800"/>
            <a:ext cx="19202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91472" y="18836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491472" y="2231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91472" y="2505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alertas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7472" y="31455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análise detectou no POC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7472" y="3529584"/>
            <a:ext cx="1920240" cy="1389888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7472" y="3529584"/>
            <a:ext cx="64008" cy="1389888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" y="3666744"/>
            <a:ext cx="1682496" cy="722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512064" y="4335719"/>
            <a:ext cx="1682496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processados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estações × 8 coletas)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42032" y="3529584"/>
            <a:ext cx="1920240" cy="1389888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42032" y="3529584"/>
            <a:ext cx="64008" cy="13898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06624" y="3666744"/>
            <a:ext cx="1682496" cy="722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2706624" y="4335719"/>
            <a:ext cx="1682496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gerados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automaticamente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36592" y="3529584"/>
            <a:ext cx="1920240" cy="1389888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36592" y="3529584"/>
            <a:ext cx="64008" cy="13898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01184" y="3666744"/>
            <a:ext cx="1682496" cy="722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46" name="Text 44"/>
          <p:cNvSpPr/>
          <p:nvPr/>
        </p:nvSpPr>
        <p:spPr>
          <a:xfrm>
            <a:off x="4901184" y="4335719"/>
            <a:ext cx="1682496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alerta: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Disco, Erros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49440" y="3145536"/>
            <a:ext cx="4864608" cy="1773936"/>
          </a:xfrm>
          <a:prstGeom prst="rect">
            <a:avLst/>
          </a:prstGeom>
          <a:solidFill>
            <a:srgbClr val="EEF7FB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14032" y="3273552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Azure Databricks para a Logix Brasil?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114032" y="3602736"/>
            <a:ext cx="4535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não é um storage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 uma plataforma de analytics construída sobre o storage do provedor escolhido.
</a:t>
            </a: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Databricks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serviço gerenciado da Microsoft: integra nativamente com Azure Blob Storage, usa Active Directory e tem módulo Az nativo no PowerShell — exatamente o ambiente da Logix Brasil.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04288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&amp; LGPD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1164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segurança e conformidade implementados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28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Logix Brasil Ltda.  —  Confidencial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65288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— Segurança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353312"/>
            <a:ext cx="1164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foi construída considerando segurança por padrão — não como camada adicional.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1792224"/>
            <a:ext cx="3493008" cy="1463040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792224"/>
            <a:ext cx="3493008" cy="548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92024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— Firewall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" y="2231136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portas 22, 80, 139 e 445 abertas.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restante bloqueado por padrão.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0" y="1792224"/>
            <a:ext cx="3493008" cy="1463040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0" y="1792224"/>
            <a:ext cx="3493008" cy="548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9392" y="192024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SSH/SCP criptografado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79392" y="2231136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transporte de dados usa canal SSH.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dado trafega em texto puro.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82128" y="1792224"/>
            <a:ext cx="3493008" cy="1463040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882128" y="1792224"/>
            <a:ext cx="349300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192024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Segregação de dados RH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2231136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750 em /srv/logix/rh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exclusivo ao grp_rh — LGPD Art. 7°, IX.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3456432"/>
            <a:ext cx="3493008" cy="1463040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456432"/>
            <a:ext cx="3493008" cy="54864"/>
          </a:xfrm>
          <a:prstGeom prst="rect">
            <a:avLst/>
          </a:prstGeom>
          <a:solidFill>
            <a:srgbClr val="1A6BAA"/>
          </a:solidFill>
          <a:ln w="12700">
            <a:solidFill>
              <a:srgbClr val="1A6B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584448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sem escrita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" y="3895344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grp_auditoria com chmod 755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enxerga tudo, não altera nada.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0" y="3456432"/>
            <a:ext cx="3493008" cy="1463040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0" y="3456432"/>
            <a:ext cx="3493008" cy="54864"/>
          </a:xfrm>
          <a:prstGeom prst="rect">
            <a:avLst/>
          </a:prstGeom>
          <a:solidFill>
            <a:srgbClr val="1A6BAA"/>
          </a:solidFill>
          <a:ln w="12700">
            <a:solidFill>
              <a:srgbClr val="1A6B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9392" y="3584448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erros centralizado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79392" y="3895344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/var/log/logixai/servidor.log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cada execução com timestamp.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82128" y="3456432"/>
            <a:ext cx="3493008" cy="1463040"/>
          </a:xfrm>
          <a:prstGeom prst="rect">
            <a:avLst/>
          </a:prstGeom>
          <a:solidFill>
            <a:srgbClr val="F8F9FA"/>
          </a:solidFill>
          <a:ln w="1016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82128" y="3456432"/>
            <a:ext cx="349300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3584448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controlada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46720" y="3895344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mantidos por 7 dias — find -mtime +7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Alinhado ao princípio da necessidade (Art. 6°, III).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&amp; PRÓXIMOS PASSOS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entregamos à Logix </a:t>
            </a:r>
            <a:r>
              <a:rPr lang="en-US" sz="3400" b="1" dirty="0" err="1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r>
              <a:rPr lang="en-US" sz="34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400" b="1" dirty="0" err="1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2128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atendidos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64992" y="15727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364992" y="22128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cobertura dos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do briefing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72784" y="15727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272784" y="22128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críticos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80576" y="15727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180576" y="22128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versionados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GitHub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11247120" cy="274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8950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futura recomendada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4670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32841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 dinâmico com Flask/FastAPI sobre o Nginx já instalado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2219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80390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real com Azure Blob Storage e Azure Databricks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279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proativos por email via Azure Logic Apps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7316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475488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por chave SSH em todas as estações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24865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52303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auditd para trilha de auditoria independente das permissões Unix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199632"/>
            <a:ext cx="12161520" cy="658368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217920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"Entregamos a primeira etapa da transformação digital da Logix Brasil: um ambiente organizado, seguro e preparado para o Databricks que a Logix </a:t>
            </a:r>
            <a:r>
              <a:rPr lang="en-US" sz="1100" i="1" dirty="0" err="1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</a:t>
            </a:r>
            <a:r>
              <a:rPr lang="en-US" sz="1100" i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o futuro."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1321</Words>
  <Application>Microsoft Office PowerPoint</Application>
  <PresentationFormat>Ecrã Panorâmico</PresentationFormat>
  <Paragraphs>284</Paragraphs>
  <Slides>10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LogixAI Agent — Logix Brasil Ltda.</dc:title>
  <dc:subject>PptxGenJS Presentation</dc:subject>
  <dc:creator>Julya Dias</dc:creator>
  <cp:lastModifiedBy>KAROLAINE HELENA SANTOS</cp:lastModifiedBy>
  <cp:revision>2</cp:revision>
  <dcterms:created xsi:type="dcterms:W3CDTF">2026-05-27T00:35:21Z</dcterms:created>
  <dcterms:modified xsi:type="dcterms:W3CDTF">2026-05-27T03:32:17Z</dcterms:modified>
</cp:coreProperties>
</file>